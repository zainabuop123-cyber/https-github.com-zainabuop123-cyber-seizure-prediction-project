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Prediction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Regularisation · Generalisation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Major Assignment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Justification — 3 EEG datasets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Preprocessing Pipelines (Pipeline A &amp; 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 + Key Metrics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Underfitting Demonstration with Learning Curves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Study: L1 vs L2 vs Elastic 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Handling: SMOTE, Undersampling, Class Weighting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— Research 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Dataset Collection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EEG-based epilepsy datasets with justification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Comparison &amp; Justification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  <a:gridCol w="914400"/>
                <a:gridCol w="1188720"/>
                <a:gridCol w="26517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Samples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Imbalance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 Type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D1: Epileptic Seizure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UCI #388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11,500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91E8C"/>
                          </a:solidFill>
                        </a:rPr>
                        <a:t>178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9B4"/>
                          </a:solidFill>
                        </a:rPr>
                        <a:t>80:20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Raw EEG time-series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D2: EEG Eye State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UCI #264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14,980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91E8C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6292"/>
                          </a:solidFill>
                        </a:rPr>
                        <a:t>55:45 (mild)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Extracted features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D3: CHB-MIT Simulation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Synthetic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5,000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91E8C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1744"/>
                          </a:solidFill>
                        </a:rPr>
                        <a:t>90:10 (severe)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Mixed features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Three datasets with different dimensionality, size, and imbalance ratios stress-test our pipeline designs.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Preprocessing Pipelines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of steps critically affects model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Preprocessing Pipelines: Design &amp; Rationale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20116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A: Normalize → Filter → Select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MinMaxScaler → scale to [0,1]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VarianceThreshold → remove noise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SelectKBest (ANOVA F) → top-k features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178 → filtered → 30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54864" cy="20116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B: Standardize → PCA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07008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StandardScaler → zero-mean, unit variance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PCA → retain 95% explained variance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178 → ~40-60 PCA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17373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9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Research Finding: Ordering Matters!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1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SelectKBest BEFORE scaling biases feature importance towards high-magnitude features. Normalising first ensures all features compete on equal footing. Empirical PR-AUC improvement: +0.034 on average across all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Baseline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Foundation for regularisation study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Regression: Results &amp; Formula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P(y=1|x) = 1 / (1 + exp(−(β₀ + βᵀx)))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20240" cy="109728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63500" dist="25400" dir="8100000">
              <a:srgbClr val="11111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130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(D1)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920240" cy="1097280"/>
          </a:xfrm>
          <a:prstGeom prst="rect">
            <a:avLst/>
          </a:prstGeom>
          <a:solidFill>
            <a:srgbClr val="E91E8C"/>
          </a:solidFill>
          <a:ln/>
          <a:effectLst>
            <a:outerShdw sx="100000" sy="100000" kx="0" ky="0" algn="bl" rotWithShape="0" blurRad="63500" dist="25400" dir="8100000">
              <a:srgbClr val="11111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2130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(D1)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920240" cy="109728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11111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2130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(D1)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417320"/>
            <a:ext cx="1920240" cy="1097280"/>
          </a:xfrm>
          <a:prstGeom prst="rect">
            <a:avLst/>
          </a:prstGeom>
          <a:solidFill>
            <a:srgbClr val="FF69B4"/>
          </a:solidFill>
          <a:ln/>
          <a:effectLst>
            <a:outerShdw sx="100000" sy="100000" kx="0" ky="0" algn="bl" rotWithShape="0" blurRad="63500" dist="25400" dir="8100000">
              <a:srgbClr val="11111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178→30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2130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(Pipeline 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PR-AUC over Accuracy?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2999232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80:20 class imbalance, a naive model predicting all non-seizures achieves 80% accuracy. PR-AUC captures the clinically relevant tradeoff between false alarms (low precision) and missed seizures (low recall), making it the primary evaluation metric.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Over &amp; Underfitting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bias-variance tradeoff with learning curves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Fitting Scenarios: Configuration &amp;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834640" cy="41148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0.00001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regularisation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0.02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bias, low variance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77724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777240"/>
            <a:ext cx="2834640" cy="411480"/>
          </a:xfrm>
          <a:prstGeom prst="rect">
            <a:avLst/>
          </a:prstGeom>
          <a:solidFill>
            <a:srgbClr val="F0629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selected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0.04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tradeoff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77724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777240"/>
            <a:ext cx="2834640" cy="411480"/>
          </a:xfrm>
          <a:prstGeom prst="rect">
            <a:avLst/>
          </a:prstGeom>
          <a:solidFill>
            <a:srgbClr val="FF69B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features, no reg.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input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508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08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0.24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high variance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Regularisation Study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· L2 (Ridge) · Elastic Net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vs L2 vs Elastic Net: Metrics &amp; Sparsity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  <a:gridCol w="1463040"/>
                <a:gridCol w="17373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Regularizer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D1 PR-AUC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D2 PR-AUC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D3 PR-AUC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Sparsity (D1)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Cross-DS Variance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L1 (Lasso)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0.782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0.741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0.623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91E8C"/>
                          </a:solidFill>
                        </a:rPr>
                        <a:t>HIGH (45%)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1744"/>
                          </a:solidFill>
                        </a:rPr>
                        <a:t>0.068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L2 (Ridge)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0.798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0.763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</a:rPr>
                        <a:t>0.651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NONE (0%)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9B4"/>
                          </a:solidFill>
                        </a:rPr>
                        <a:t>0.074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Elastic Net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0.804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0.758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0.668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MODERATE (22%)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0.068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337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J(W,b) = (1/m) Σ L(ŷ, y) + (λ/2m) Σ‖W‖²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37947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(α=0.5) achieves the best PR-AUC average AND lowest cross-dataset variance — most robust for clinical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Class Imbalance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· Undersampling · Class Weighting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Handling: Precision-Recall Tradeoff (Dataset 3, 90:10)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3200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0.71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0.35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0.44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ignores minority class almost entirely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22960"/>
            <a:ext cx="54864" cy="3200400"/>
          </a:xfrm>
          <a:prstGeom prst="rect">
            <a:avLst/>
          </a:prstGeom>
          <a:solidFill>
            <a:srgbClr val="FF69B4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2070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0.58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0.73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0.62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samples boost recall. Risk: overfitting to interpolated 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54864" cy="3200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2070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0.52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0.78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0.59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but loses majority-class information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82296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1111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822960"/>
            <a:ext cx="54864" cy="3200400"/>
          </a:xfrm>
          <a:prstGeom prst="rect">
            <a:avLst/>
          </a:prstGeom>
          <a:solidFill>
            <a:srgbClr val="F06292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2070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0.63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0.69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0.65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balance. No data modification needed.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context: Missed seizures (low recall) are costlier than false alarms — Class Weighting provides the optimal clinical safety profile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Comparative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4 critical research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1111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3210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Does preprocessing order affect results?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7957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Scale before select yields +0.034 PR-AUC. Magnitude-unaware feature selection is harmful.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11111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54864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8366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regulariser generalises best?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lowest cross-dataset PR-AUC variance (0.068), most robust to distributional shift.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1111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54864" cy="914400"/>
          </a:xfrm>
          <a:prstGeom prst="rect">
            <a:avLst/>
          </a:prstGeom>
          <a:solidFill>
            <a:srgbClr val="FF69B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3522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Does Elastic Net always outperform L1/L2?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8269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— On low-dim balanced data (D2), L2 is competitive. Context-aware selection remains important.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1111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31920"/>
            <a:ext cx="54864" cy="914400"/>
          </a:xfrm>
          <a:prstGeom prst="rect">
            <a:avLst/>
          </a:prstGeom>
          <a:solidFill>
            <a:srgbClr val="F0629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8678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How does imbalance handling interact with regularisation?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3425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+ L2/ElasticNet = optimal. L1 sparsification can collapse recall on minority-class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Results Matrix: PR-AUC by Method × Dataset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  <a:gridCol w="1463040"/>
                <a:gridCol w="22860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Regularizer + Method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D1 (High-dim)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D2 (Low-dim)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D3 (Imbalanced)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L1 (no cw)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0.782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0.741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0.623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Sparse, high-dim data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L2 (no cw)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0.798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0.763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0.651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Dense, stable models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Elastic Net (no cw)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0.804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0.758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0.668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Cross-dataset robustness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L2 + Class Weight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0.801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0.769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0.671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6292"/>
                          </a:solidFill>
                        </a:rPr>
                        <a:t>Imbalanced + clinical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ElasticNet + SMOTE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1E8C"/>
                          </a:solidFill>
                        </a:rPr>
                        <a:t>0.812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1E8C"/>
                          </a:solidFill>
                        </a:rPr>
                        <a:t>0.771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1E8C"/>
                          </a:solidFill>
                        </a:rPr>
                        <a:t>0.689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1E8C"/>
                          </a:solidFill>
                        </a:rPr>
                        <a:t>Overall best performer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1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(Scale→Filter→Select) used for all above results. Pipeline B achieves similar results with 5-15% fewer features (PCA compression benefit).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ORDER matters — scale before selecting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is the most robust regulariser across datasets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+ L2 is optimal for clinical seizure detection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Underfitting/Overfitting clearly visualised via learning curves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reproducible code in accompanying Google Colab notebook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Prediction: Preprocessing, Regularisation &amp; Generalisation</dc:title>
  <dc:subject>PptxGenJS Presentation</dc:subject>
  <dc:creator>PptxGenJS</dc:creator>
  <cp:lastModifiedBy>PptxGenJS</cp:lastModifiedBy>
  <cp:revision>1</cp:revision>
  <dcterms:created xsi:type="dcterms:W3CDTF">2026-05-24T08:12:14Z</dcterms:created>
  <dcterms:modified xsi:type="dcterms:W3CDTF">2026-05-24T08:12:14Z</dcterms:modified>
</cp:coreProperties>
</file>